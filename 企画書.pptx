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9" r:id="rId4"/>
    <p:sldId id="260" r:id="rId5"/>
  </p:sldIdLst>
  <p:sldSz cx="12192000" cy="6858000"/>
  <p:notesSz cx="6858000" cy="9144000"/>
  <p:defaultTextStyle>
    <a:defPPr>
      <a:defRPr lang="ja-JP"/>
    </a:defPPr>
    <a:lvl1pPr marL="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987" autoAdjust="0"/>
    <p:restoredTop sz="94660"/>
  </p:normalViewPr>
  <p:slideViewPr>
    <p:cSldViewPr snapToGrid="0">
      <p:cViewPr varScale="1">
        <p:scale>
          <a:sx n="114" d="100"/>
          <a:sy n="114" d="100"/>
        </p:scale>
        <p:origin x="414" y="10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presProps" Target="presProps.xml"/><Relationship Id="rId5" Type="http://schemas.openxmlformats.org/officeDocument/2006/relationships/slide" Target="slides/slide4.xml"/><Relationship Id="rId4" Type="http://schemas.openxmlformats.org/officeDocument/2006/relationships/slide" Target="slides/slide3.xml"/><Relationship Id="rId9" Type="http://schemas.openxmlformats.org/officeDocument/2006/relationships/tableStyles" Target="tableStyle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タイトル スライ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kumimoji="1" lang="ja-JP" altLang="en-US" smtClean="0"/>
              <a:t>マスター タイトルの書式設定</a:t>
            </a:r>
            <a:endParaRPr kumimoji="1" lang="ja-JP" altLang="en-US"/>
          </a:p>
        </p:txBody>
      </p:sp>
      <p:sp>
        <p:nvSpPr>
          <p:cNvPr id="3" name="サブタイトル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kumimoji="1" lang="ja-JP" altLang="en-US" smtClean="0"/>
              <a:t>マスター サブタイトルの書式設定</a:t>
            </a:r>
            <a:endParaRPr kumimoji="1" lang="ja-JP" altLang="en-US"/>
          </a:p>
        </p:txBody>
      </p:sp>
      <p:sp>
        <p:nvSpPr>
          <p:cNvPr id="4" name="日付プレースホルダー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55C4F5B-54DC-405F-AB21-F9C0214118B6}" type="datetimeFigureOut">
              <a:rPr kumimoji="1" lang="ja-JP" altLang="en-US" smtClean="0"/>
              <a:t>2026/4/17</a:t>
            </a:fld>
            <a:endParaRPr kumimoji="1" lang="ja-JP" altLang="en-US"/>
          </a:p>
        </p:txBody>
      </p:sp>
      <p:sp>
        <p:nvSpPr>
          <p:cNvPr id="5" name="フッター プレースホルダー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スライド番号プレースホルダー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0BF5460-86E3-4B73-AB66-1D9198413ED8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403667998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タイトルとコンテンツ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 smtClean="0"/>
              <a:t>マスター タイトルの書式設定</a:t>
            </a:r>
            <a:endParaRPr kumimoji="1" lang="ja-JP" altLang="en-US"/>
          </a:p>
        </p:txBody>
      </p:sp>
      <p:sp>
        <p:nvSpPr>
          <p:cNvPr id="3" name="コンテンツ プレースホルダー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kumimoji="1" lang="ja-JP" altLang="en-US" smtClean="0"/>
              <a:t>マスター テキストの書式設定</a:t>
            </a:r>
          </a:p>
          <a:p>
            <a:pPr lvl="1"/>
            <a:r>
              <a:rPr kumimoji="1" lang="ja-JP" altLang="en-US" smtClean="0"/>
              <a:t>第 </a:t>
            </a:r>
            <a:r>
              <a:rPr kumimoji="1" lang="en-US" altLang="ja-JP" smtClean="0"/>
              <a:t>2 </a:t>
            </a:r>
            <a:r>
              <a:rPr kumimoji="1" lang="ja-JP" altLang="en-US" smtClean="0"/>
              <a:t>レベル</a:t>
            </a:r>
          </a:p>
          <a:p>
            <a:pPr lvl="2"/>
            <a:r>
              <a:rPr kumimoji="1" lang="ja-JP" altLang="en-US" smtClean="0"/>
              <a:t>第 </a:t>
            </a:r>
            <a:r>
              <a:rPr kumimoji="1" lang="en-US" altLang="ja-JP" smtClean="0"/>
              <a:t>3 </a:t>
            </a:r>
            <a:r>
              <a:rPr kumimoji="1" lang="ja-JP" altLang="en-US" smtClean="0"/>
              <a:t>レベル</a:t>
            </a:r>
          </a:p>
          <a:p>
            <a:pPr lvl="3"/>
            <a:r>
              <a:rPr kumimoji="1" lang="ja-JP" altLang="en-US" smtClean="0"/>
              <a:t>第 </a:t>
            </a:r>
            <a:r>
              <a:rPr kumimoji="1" lang="en-US" altLang="ja-JP" smtClean="0"/>
              <a:t>4 </a:t>
            </a:r>
            <a:r>
              <a:rPr kumimoji="1" lang="ja-JP" altLang="en-US" smtClean="0"/>
              <a:t>レベル</a:t>
            </a:r>
          </a:p>
          <a:p>
            <a:pPr lvl="4"/>
            <a:r>
              <a:rPr kumimoji="1" lang="ja-JP" altLang="en-US" smtClean="0"/>
              <a:t>第 </a:t>
            </a:r>
            <a:r>
              <a:rPr kumimoji="1" lang="en-US" altLang="ja-JP" smtClean="0"/>
              <a:t>5 </a:t>
            </a:r>
            <a:r>
              <a:rPr kumimoji="1" lang="ja-JP" altLang="en-US" smtClean="0"/>
              <a:t>レベル</a:t>
            </a:r>
            <a:endParaRPr kumimoji="1" lang="ja-JP" altLang="en-US"/>
          </a:p>
        </p:txBody>
      </p:sp>
      <p:sp>
        <p:nvSpPr>
          <p:cNvPr id="4" name="日付プレースホルダー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55C4F5B-54DC-405F-AB21-F9C0214118B6}" type="datetimeFigureOut">
              <a:rPr kumimoji="1" lang="ja-JP" altLang="en-US" smtClean="0"/>
              <a:t>2026/4/17</a:t>
            </a:fld>
            <a:endParaRPr kumimoji="1" lang="ja-JP" altLang="en-US"/>
          </a:p>
        </p:txBody>
      </p:sp>
      <p:sp>
        <p:nvSpPr>
          <p:cNvPr id="5" name="フッター プレースホルダー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スライド番号プレースホルダー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0BF5460-86E3-4B73-AB66-1D9198413ED8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88414051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セクション見出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kumimoji="1" lang="ja-JP" altLang="en-US" smtClean="0"/>
              <a:t>マスター タイトルの書式設定</a:t>
            </a:r>
            <a:endParaRPr kumimoji="1" lang="ja-JP" altLang="en-US"/>
          </a:p>
        </p:txBody>
      </p:sp>
      <p:sp>
        <p:nvSpPr>
          <p:cNvPr id="3" name="テキスト プレースホルダー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kumimoji="1" lang="ja-JP" altLang="en-US" smtClean="0"/>
              <a:t>マスター テキストの書式設定</a:t>
            </a:r>
          </a:p>
        </p:txBody>
      </p:sp>
      <p:sp>
        <p:nvSpPr>
          <p:cNvPr id="4" name="日付プレースホルダー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55C4F5B-54DC-405F-AB21-F9C0214118B6}" type="datetimeFigureOut">
              <a:rPr kumimoji="1" lang="ja-JP" altLang="en-US" smtClean="0"/>
              <a:t>2026/4/17</a:t>
            </a:fld>
            <a:endParaRPr kumimoji="1" lang="ja-JP" altLang="en-US"/>
          </a:p>
        </p:txBody>
      </p:sp>
      <p:sp>
        <p:nvSpPr>
          <p:cNvPr id="5" name="フッター プレースホルダー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スライド番号プレースホルダー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0BF5460-86E3-4B73-AB66-1D9198413ED8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8472634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2 つのコンテンツ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 smtClean="0"/>
              <a:t>マスター タイトルの書式設定</a:t>
            </a:r>
            <a:endParaRPr kumimoji="1" lang="ja-JP" altLang="en-US"/>
          </a:p>
        </p:txBody>
      </p:sp>
      <p:sp>
        <p:nvSpPr>
          <p:cNvPr id="3" name="コンテンツ プレースホルダー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kumimoji="1" lang="ja-JP" altLang="en-US" smtClean="0"/>
              <a:t>マスター テキストの書式設定</a:t>
            </a:r>
          </a:p>
          <a:p>
            <a:pPr lvl="1"/>
            <a:r>
              <a:rPr kumimoji="1" lang="ja-JP" altLang="en-US" smtClean="0"/>
              <a:t>第 </a:t>
            </a:r>
            <a:r>
              <a:rPr kumimoji="1" lang="en-US" altLang="ja-JP" smtClean="0"/>
              <a:t>2 </a:t>
            </a:r>
            <a:r>
              <a:rPr kumimoji="1" lang="ja-JP" altLang="en-US" smtClean="0"/>
              <a:t>レベル</a:t>
            </a:r>
          </a:p>
          <a:p>
            <a:pPr lvl="2"/>
            <a:r>
              <a:rPr kumimoji="1" lang="ja-JP" altLang="en-US" smtClean="0"/>
              <a:t>第 </a:t>
            </a:r>
            <a:r>
              <a:rPr kumimoji="1" lang="en-US" altLang="ja-JP" smtClean="0"/>
              <a:t>3 </a:t>
            </a:r>
            <a:r>
              <a:rPr kumimoji="1" lang="ja-JP" altLang="en-US" smtClean="0"/>
              <a:t>レベル</a:t>
            </a:r>
          </a:p>
          <a:p>
            <a:pPr lvl="3"/>
            <a:r>
              <a:rPr kumimoji="1" lang="ja-JP" altLang="en-US" smtClean="0"/>
              <a:t>第 </a:t>
            </a:r>
            <a:r>
              <a:rPr kumimoji="1" lang="en-US" altLang="ja-JP" smtClean="0"/>
              <a:t>4 </a:t>
            </a:r>
            <a:r>
              <a:rPr kumimoji="1" lang="ja-JP" altLang="en-US" smtClean="0"/>
              <a:t>レベル</a:t>
            </a:r>
          </a:p>
          <a:p>
            <a:pPr lvl="4"/>
            <a:r>
              <a:rPr kumimoji="1" lang="ja-JP" altLang="en-US" smtClean="0"/>
              <a:t>第 </a:t>
            </a:r>
            <a:r>
              <a:rPr kumimoji="1" lang="en-US" altLang="ja-JP" smtClean="0"/>
              <a:t>5 </a:t>
            </a:r>
            <a:r>
              <a:rPr kumimoji="1" lang="ja-JP" altLang="en-US" smtClean="0"/>
              <a:t>レベル</a:t>
            </a:r>
            <a:endParaRPr kumimoji="1" lang="ja-JP" altLang="en-US"/>
          </a:p>
        </p:txBody>
      </p:sp>
      <p:sp>
        <p:nvSpPr>
          <p:cNvPr id="4" name="コンテンツ プレースホルダー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kumimoji="1" lang="ja-JP" altLang="en-US" smtClean="0"/>
              <a:t>マスター テキストの書式設定</a:t>
            </a:r>
          </a:p>
          <a:p>
            <a:pPr lvl="1"/>
            <a:r>
              <a:rPr kumimoji="1" lang="ja-JP" altLang="en-US" smtClean="0"/>
              <a:t>第 </a:t>
            </a:r>
            <a:r>
              <a:rPr kumimoji="1" lang="en-US" altLang="ja-JP" smtClean="0"/>
              <a:t>2 </a:t>
            </a:r>
            <a:r>
              <a:rPr kumimoji="1" lang="ja-JP" altLang="en-US" smtClean="0"/>
              <a:t>レベル</a:t>
            </a:r>
          </a:p>
          <a:p>
            <a:pPr lvl="2"/>
            <a:r>
              <a:rPr kumimoji="1" lang="ja-JP" altLang="en-US" smtClean="0"/>
              <a:t>第 </a:t>
            </a:r>
            <a:r>
              <a:rPr kumimoji="1" lang="en-US" altLang="ja-JP" smtClean="0"/>
              <a:t>3 </a:t>
            </a:r>
            <a:r>
              <a:rPr kumimoji="1" lang="ja-JP" altLang="en-US" smtClean="0"/>
              <a:t>レベル</a:t>
            </a:r>
          </a:p>
          <a:p>
            <a:pPr lvl="3"/>
            <a:r>
              <a:rPr kumimoji="1" lang="ja-JP" altLang="en-US" smtClean="0"/>
              <a:t>第 </a:t>
            </a:r>
            <a:r>
              <a:rPr kumimoji="1" lang="en-US" altLang="ja-JP" smtClean="0"/>
              <a:t>4 </a:t>
            </a:r>
            <a:r>
              <a:rPr kumimoji="1" lang="ja-JP" altLang="en-US" smtClean="0"/>
              <a:t>レベル</a:t>
            </a:r>
          </a:p>
          <a:p>
            <a:pPr lvl="4"/>
            <a:r>
              <a:rPr kumimoji="1" lang="ja-JP" altLang="en-US" smtClean="0"/>
              <a:t>第 </a:t>
            </a:r>
            <a:r>
              <a:rPr kumimoji="1" lang="en-US" altLang="ja-JP" smtClean="0"/>
              <a:t>5 </a:t>
            </a:r>
            <a:r>
              <a:rPr kumimoji="1" lang="ja-JP" altLang="en-US" smtClean="0"/>
              <a:t>レベル</a:t>
            </a:r>
            <a:endParaRPr kumimoji="1" lang="ja-JP" altLang="en-US"/>
          </a:p>
        </p:txBody>
      </p:sp>
      <p:sp>
        <p:nvSpPr>
          <p:cNvPr id="5" name="日付プレースホルダー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55C4F5B-54DC-405F-AB21-F9C0214118B6}" type="datetimeFigureOut">
              <a:rPr kumimoji="1" lang="ja-JP" altLang="en-US" smtClean="0"/>
              <a:t>2026/4/17</a:t>
            </a:fld>
            <a:endParaRPr kumimoji="1" lang="ja-JP" altLang="en-US"/>
          </a:p>
        </p:txBody>
      </p:sp>
      <p:sp>
        <p:nvSpPr>
          <p:cNvPr id="6" name="フッター プレースホルダー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7" name="スライド番号プレースホルダー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0BF5460-86E3-4B73-AB66-1D9198413ED8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183138080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kumimoji="1" lang="ja-JP" altLang="en-US" smtClean="0"/>
              <a:t>マスター タイトルの書式設定</a:t>
            </a:r>
            <a:endParaRPr kumimoji="1" lang="ja-JP" altLang="en-US"/>
          </a:p>
        </p:txBody>
      </p:sp>
      <p:sp>
        <p:nvSpPr>
          <p:cNvPr id="3" name="テキスト プレースホルダー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kumimoji="1" lang="ja-JP" altLang="en-US" smtClean="0"/>
              <a:t>マスター テキストの書式設定</a:t>
            </a:r>
          </a:p>
        </p:txBody>
      </p:sp>
      <p:sp>
        <p:nvSpPr>
          <p:cNvPr id="4" name="コンテンツ プレースホルダー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kumimoji="1" lang="ja-JP" altLang="en-US" smtClean="0"/>
              <a:t>マスター テキストの書式設定</a:t>
            </a:r>
          </a:p>
          <a:p>
            <a:pPr lvl="1"/>
            <a:r>
              <a:rPr kumimoji="1" lang="ja-JP" altLang="en-US" smtClean="0"/>
              <a:t>第 </a:t>
            </a:r>
            <a:r>
              <a:rPr kumimoji="1" lang="en-US" altLang="ja-JP" smtClean="0"/>
              <a:t>2 </a:t>
            </a:r>
            <a:r>
              <a:rPr kumimoji="1" lang="ja-JP" altLang="en-US" smtClean="0"/>
              <a:t>レベル</a:t>
            </a:r>
          </a:p>
          <a:p>
            <a:pPr lvl="2"/>
            <a:r>
              <a:rPr kumimoji="1" lang="ja-JP" altLang="en-US" smtClean="0"/>
              <a:t>第 </a:t>
            </a:r>
            <a:r>
              <a:rPr kumimoji="1" lang="en-US" altLang="ja-JP" smtClean="0"/>
              <a:t>3 </a:t>
            </a:r>
            <a:r>
              <a:rPr kumimoji="1" lang="ja-JP" altLang="en-US" smtClean="0"/>
              <a:t>レベル</a:t>
            </a:r>
          </a:p>
          <a:p>
            <a:pPr lvl="3"/>
            <a:r>
              <a:rPr kumimoji="1" lang="ja-JP" altLang="en-US" smtClean="0"/>
              <a:t>第 </a:t>
            </a:r>
            <a:r>
              <a:rPr kumimoji="1" lang="en-US" altLang="ja-JP" smtClean="0"/>
              <a:t>4 </a:t>
            </a:r>
            <a:r>
              <a:rPr kumimoji="1" lang="ja-JP" altLang="en-US" smtClean="0"/>
              <a:t>レベル</a:t>
            </a:r>
          </a:p>
          <a:p>
            <a:pPr lvl="4"/>
            <a:r>
              <a:rPr kumimoji="1" lang="ja-JP" altLang="en-US" smtClean="0"/>
              <a:t>第 </a:t>
            </a:r>
            <a:r>
              <a:rPr kumimoji="1" lang="en-US" altLang="ja-JP" smtClean="0"/>
              <a:t>5 </a:t>
            </a:r>
            <a:r>
              <a:rPr kumimoji="1" lang="ja-JP" altLang="en-US" smtClean="0"/>
              <a:t>レベル</a:t>
            </a:r>
            <a:endParaRPr kumimoji="1" lang="ja-JP" altLang="en-US"/>
          </a:p>
        </p:txBody>
      </p:sp>
      <p:sp>
        <p:nvSpPr>
          <p:cNvPr id="5" name="テキスト プレースホルダー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kumimoji="1" lang="ja-JP" altLang="en-US" smtClean="0"/>
              <a:t>マスター テキストの書式設定</a:t>
            </a:r>
          </a:p>
        </p:txBody>
      </p:sp>
      <p:sp>
        <p:nvSpPr>
          <p:cNvPr id="6" name="コンテンツ プレースホルダー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kumimoji="1" lang="ja-JP" altLang="en-US" smtClean="0"/>
              <a:t>マスター テキストの書式設定</a:t>
            </a:r>
          </a:p>
          <a:p>
            <a:pPr lvl="1"/>
            <a:r>
              <a:rPr kumimoji="1" lang="ja-JP" altLang="en-US" smtClean="0"/>
              <a:t>第 </a:t>
            </a:r>
            <a:r>
              <a:rPr kumimoji="1" lang="en-US" altLang="ja-JP" smtClean="0"/>
              <a:t>2 </a:t>
            </a:r>
            <a:r>
              <a:rPr kumimoji="1" lang="ja-JP" altLang="en-US" smtClean="0"/>
              <a:t>レベル</a:t>
            </a:r>
          </a:p>
          <a:p>
            <a:pPr lvl="2"/>
            <a:r>
              <a:rPr kumimoji="1" lang="ja-JP" altLang="en-US" smtClean="0"/>
              <a:t>第 </a:t>
            </a:r>
            <a:r>
              <a:rPr kumimoji="1" lang="en-US" altLang="ja-JP" smtClean="0"/>
              <a:t>3 </a:t>
            </a:r>
            <a:r>
              <a:rPr kumimoji="1" lang="ja-JP" altLang="en-US" smtClean="0"/>
              <a:t>レベル</a:t>
            </a:r>
          </a:p>
          <a:p>
            <a:pPr lvl="3"/>
            <a:r>
              <a:rPr kumimoji="1" lang="ja-JP" altLang="en-US" smtClean="0"/>
              <a:t>第 </a:t>
            </a:r>
            <a:r>
              <a:rPr kumimoji="1" lang="en-US" altLang="ja-JP" smtClean="0"/>
              <a:t>4 </a:t>
            </a:r>
            <a:r>
              <a:rPr kumimoji="1" lang="ja-JP" altLang="en-US" smtClean="0"/>
              <a:t>レベル</a:t>
            </a:r>
          </a:p>
          <a:p>
            <a:pPr lvl="4"/>
            <a:r>
              <a:rPr kumimoji="1" lang="ja-JP" altLang="en-US" smtClean="0"/>
              <a:t>第 </a:t>
            </a:r>
            <a:r>
              <a:rPr kumimoji="1" lang="en-US" altLang="ja-JP" smtClean="0"/>
              <a:t>5 </a:t>
            </a:r>
            <a:r>
              <a:rPr kumimoji="1" lang="ja-JP" altLang="en-US" smtClean="0"/>
              <a:t>レベル</a:t>
            </a:r>
            <a:endParaRPr kumimoji="1" lang="ja-JP" altLang="en-US"/>
          </a:p>
        </p:txBody>
      </p:sp>
      <p:sp>
        <p:nvSpPr>
          <p:cNvPr id="7" name="日付プレースホルダー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55C4F5B-54DC-405F-AB21-F9C0214118B6}" type="datetimeFigureOut">
              <a:rPr kumimoji="1" lang="ja-JP" altLang="en-US" smtClean="0"/>
              <a:t>2026/4/17</a:t>
            </a:fld>
            <a:endParaRPr kumimoji="1" lang="ja-JP" altLang="en-US"/>
          </a:p>
        </p:txBody>
      </p:sp>
      <p:sp>
        <p:nvSpPr>
          <p:cNvPr id="8" name="フッター プレースホルダー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9" name="スライド番号プレースホルダー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0BF5460-86E3-4B73-AB66-1D9198413ED8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173001073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タイトルのみ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 smtClean="0"/>
              <a:t>マスター タイトルの書式設定</a:t>
            </a:r>
            <a:endParaRPr kumimoji="1" lang="ja-JP" altLang="en-US"/>
          </a:p>
        </p:txBody>
      </p:sp>
      <p:sp>
        <p:nvSpPr>
          <p:cNvPr id="3" name="日付プレースホルダー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55C4F5B-54DC-405F-AB21-F9C0214118B6}" type="datetimeFigureOut">
              <a:rPr kumimoji="1" lang="ja-JP" altLang="en-US" smtClean="0"/>
              <a:t>2026/4/17</a:t>
            </a:fld>
            <a:endParaRPr kumimoji="1" lang="ja-JP" altLang="en-US"/>
          </a:p>
        </p:txBody>
      </p:sp>
      <p:sp>
        <p:nvSpPr>
          <p:cNvPr id="4" name="フッター プレースホルダー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5" name="スライド番号プレースホルダー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0BF5460-86E3-4B73-AB66-1D9198413ED8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240408160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白紙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付プレースホルダー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55C4F5B-54DC-405F-AB21-F9C0214118B6}" type="datetimeFigureOut">
              <a:rPr kumimoji="1" lang="ja-JP" altLang="en-US" smtClean="0"/>
              <a:t>2026/4/17</a:t>
            </a:fld>
            <a:endParaRPr kumimoji="1" lang="ja-JP" altLang="en-US"/>
          </a:p>
        </p:txBody>
      </p:sp>
      <p:sp>
        <p:nvSpPr>
          <p:cNvPr id="3" name="フッター プレースホルダー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4" name="スライド番号プレースホルダー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0BF5460-86E3-4B73-AB66-1D9198413ED8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115082012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タイトル付きの&#10;コンテンツ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kumimoji="1" lang="ja-JP" altLang="en-US" smtClean="0"/>
              <a:t>マスター タイトルの書式設定</a:t>
            </a:r>
            <a:endParaRPr kumimoji="1" lang="ja-JP" altLang="en-US"/>
          </a:p>
        </p:txBody>
      </p:sp>
      <p:sp>
        <p:nvSpPr>
          <p:cNvPr id="3" name="コンテンツ プレースホルダー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kumimoji="1" lang="ja-JP" altLang="en-US" smtClean="0"/>
              <a:t>マスター テキストの書式設定</a:t>
            </a:r>
          </a:p>
          <a:p>
            <a:pPr lvl="1"/>
            <a:r>
              <a:rPr kumimoji="1" lang="ja-JP" altLang="en-US" smtClean="0"/>
              <a:t>第 </a:t>
            </a:r>
            <a:r>
              <a:rPr kumimoji="1" lang="en-US" altLang="ja-JP" smtClean="0"/>
              <a:t>2 </a:t>
            </a:r>
            <a:r>
              <a:rPr kumimoji="1" lang="ja-JP" altLang="en-US" smtClean="0"/>
              <a:t>レベル</a:t>
            </a:r>
          </a:p>
          <a:p>
            <a:pPr lvl="2"/>
            <a:r>
              <a:rPr kumimoji="1" lang="ja-JP" altLang="en-US" smtClean="0"/>
              <a:t>第 </a:t>
            </a:r>
            <a:r>
              <a:rPr kumimoji="1" lang="en-US" altLang="ja-JP" smtClean="0"/>
              <a:t>3 </a:t>
            </a:r>
            <a:r>
              <a:rPr kumimoji="1" lang="ja-JP" altLang="en-US" smtClean="0"/>
              <a:t>レベル</a:t>
            </a:r>
          </a:p>
          <a:p>
            <a:pPr lvl="3"/>
            <a:r>
              <a:rPr kumimoji="1" lang="ja-JP" altLang="en-US" smtClean="0"/>
              <a:t>第 </a:t>
            </a:r>
            <a:r>
              <a:rPr kumimoji="1" lang="en-US" altLang="ja-JP" smtClean="0"/>
              <a:t>4 </a:t>
            </a:r>
            <a:r>
              <a:rPr kumimoji="1" lang="ja-JP" altLang="en-US" smtClean="0"/>
              <a:t>レベル</a:t>
            </a:r>
          </a:p>
          <a:p>
            <a:pPr lvl="4"/>
            <a:r>
              <a:rPr kumimoji="1" lang="ja-JP" altLang="en-US" smtClean="0"/>
              <a:t>第 </a:t>
            </a:r>
            <a:r>
              <a:rPr kumimoji="1" lang="en-US" altLang="ja-JP" smtClean="0"/>
              <a:t>5 </a:t>
            </a:r>
            <a:r>
              <a:rPr kumimoji="1" lang="ja-JP" altLang="en-US" smtClean="0"/>
              <a:t>レベル</a:t>
            </a:r>
            <a:endParaRPr kumimoji="1" lang="ja-JP" altLang="en-US"/>
          </a:p>
        </p:txBody>
      </p:sp>
      <p:sp>
        <p:nvSpPr>
          <p:cNvPr id="4" name="テキスト プレースホルダー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kumimoji="1" lang="ja-JP" altLang="en-US" smtClean="0"/>
              <a:t>マスター テキストの書式設定</a:t>
            </a:r>
          </a:p>
        </p:txBody>
      </p:sp>
      <p:sp>
        <p:nvSpPr>
          <p:cNvPr id="5" name="日付プレースホルダー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55C4F5B-54DC-405F-AB21-F9C0214118B6}" type="datetimeFigureOut">
              <a:rPr kumimoji="1" lang="ja-JP" altLang="en-US" smtClean="0"/>
              <a:t>2026/4/17</a:t>
            </a:fld>
            <a:endParaRPr kumimoji="1" lang="ja-JP" altLang="en-US"/>
          </a:p>
        </p:txBody>
      </p:sp>
      <p:sp>
        <p:nvSpPr>
          <p:cNvPr id="6" name="フッター プレースホルダー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7" name="スライド番号プレースホルダー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0BF5460-86E3-4B73-AB66-1D9198413ED8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184688515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タイトル付きの図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kumimoji="1" lang="ja-JP" altLang="en-US" smtClean="0"/>
              <a:t>マスター タイトルの書式設定</a:t>
            </a:r>
            <a:endParaRPr kumimoji="1" lang="ja-JP" altLang="en-US"/>
          </a:p>
        </p:txBody>
      </p:sp>
      <p:sp>
        <p:nvSpPr>
          <p:cNvPr id="3" name="図プレースホルダー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kumimoji="1" lang="ja-JP" altLang="en-US"/>
          </a:p>
        </p:txBody>
      </p:sp>
      <p:sp>
        <p:nvSpPr>
          <p:cNvPr id="4" name="テキスト プレースホルダー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kumimoji="1" lang="ja-JP" altLang="en-US" smtClean="0"/>
              <a:t>マスター テキストの書式設定</a:t>
            </a:r>
          </a:p>
        </p:txBody>
      </p:sp>
      <p:sp>
        <p:nvSpPr>
          <p:cNvPr id="5" name="日付プレースホルダー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55C4F5B-54DC-405F-AB21-F9C0214118B6}" type="datetimeFigureOut">
              <a:rPr kumimoji="1" lang="ja-JP" altLang="en-US" smtClean="0"/>
              <a:t>2026/4/17</a:t>
            </a:fld>
            <a:endParaRPr kumimoji="1" lang="ja-JP" altLang="en-US"/>
          </a:p>
        </p:txBody>
      </p:sp>
      <p:sp>
        <p:nvSpPr>
          <p:cNvPr id="6" name="フッター プレースホルダー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7" name="スライド番号プレースホルダー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0BF5460-86E3-4B73-AB66-1D9198413ED8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140700734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タイトルと&#10;縦書きテキスト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 smtClean="0"/>
              <a:t>マスター タイトルの書式設定</a:t>
            </a:r>
            <a:endParaRPr kumimoji="1" lang="ja-JP" altLang="en-US"/>
          </a:p>
        </p:txBody>
      </p:sp>
      <p:sp>
        <p:nvSpPr>
          <p:cNvPr id="3" name="縦書きテキスト プレースホルダー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kumimoji="1" lang="ja-JP" altLang="en-US" smtClean="0"/>
              <a:t>マスター テキストの書式設定</a:t>
            </a:r>
          </a:p>
          <a:p>
            <a:pPr lvl="1"/>
            <a:r>
              <a:rPr kumimoji="1" lang="ja-JP" altLang="en-US" smtClean="0"/>
              <a:t>第 </a:t>
            </a:r>
            <a:r>
              <a:rPr kumimoji="1" lang="en-US" altLang="ja-JP" smtClean="0"/>
              <a:t>2 </a:t>
            </a:r>
            <a:r>
              <a:rPr kumimoji="1" lang="ja-JP" altLang="en-US" smtClean="0"/>
              <a:t>レベル</a:t>
            </a:r>
          </a:p>
          <a:p>
            <a:pPr lvl="2"/>
            <a:r>
              <a:rPr kumimoji="1" lang="ja-JP" altLang="en-US" smtClean="0"/>
              <a:t>第 </a:t>
            </a:r>
            <a:r>
              <a:rPr kumimoji="1" lang="en-US" altLang="ja-JP" smtClean="0"/>
              <a:t>3 </a:t>
            </a:r>
            <a:r>
              <a:rPr kumimoji="1" lang="ja-JP" altLang="en-US" smtClean="0"/>
              <a:t>レベル</a:t>
            </a:r>
          </a:p>
          <a:p>
            <a:pPr lvl="3"/>
            <a:r>
              <a:rPr kumimoji="1" lang="ja-JP" altLang="en-US" smtClean="0"/>
              <a:t>第 </a:t>
            </a:r>
            <a:r>
              <a:rPr kumimoji="1" lang="en-US" altLang="ja-JP" smtClean="0"/>
              <a:t>4 </a:t>
            </a:r>
            <a:r>
              <a:rPr kumimoji="1" lang="ja-JP" altLang="en-US" smtClean="0"/>
              <a:t>レベル</a:t>
            </a:r>
          </a:p>
          <a:p>
            <a:pPr lvl="4"/>
            <a:r>
              <a:rPr kumimoji="1" lang="ja-JP" altLang="en-US" smtClean="0"/>
              <a:t>第 </a:t>
            </a:r>
            <a:r>
              <a:rPr kumimoji="1" lang="en-US" altLang="ja-JP" smtClean="0"/>
              <a:t>5 </a:t>
            </a:r>
            <a:r>
              <a:rPr kumimoji="1" lang="ja-JP" altLang="en-US" smtClean="0"/>
              <a:t>レベル</a:t>
            </a:r>
            <a:endParaRPr kumimoji="1" lang="ja-JP" altLang="en-US"/>
          </a:p>
        </p:txBody>
      </p:sp>
      <p:sp>
        <p:nvSpPr>
          <p:cNvPr id="4" name="日付プレースホルダー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55C4F5B-54DC-405F-AB21-F9C0214118B6}" type="datetimeFigureOut">
              <a:rPr kumimoji="1" lang="ja-JP" altLang="en-US" smtClean="0"/>
              <a:t>2026/4/17</a:t>
            </a:fld>
            <a:endParaRPr kumimoji="1" lang="ja-JP" altLang="en-US"/>
          </a:p>
        </p:txBody>
      </p:sp>
      <p:sp>
        <p:nvSpPr>
          <p:cNvPr id="5" name="フッター プレースホルダー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スライド番号プレースホルダー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0BF5460-86E3-4B73-AB66-1D9198413ED8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83544019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縦書きタイトルと&#10;縦書きテキスト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縦書きタイトル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kumimoji="1" lang="ja-JP" altLang="en-US" smtClean="0"/>
              <a:t>マスター タイトルの書式設定</a:t>
            </a:r>
            <a:endParaRPr kumimoji="1" lang="ja-JP" altLang="en-US"/>
          </a:p>
        </p:txBody>
      </p:sp>
      <p:sp>
        <p:nvSpPr>
          <p:cNvPr id="3" name="縦書きテキスト プレースホルダー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kumimoji="1" lang="ja-JP" altLang="en-US" smtClean="0"/>
              <a:t>マスター テキストの書式設定</a:t>
            </a:r>
          </a:p>
          <a:p>
            <a:pPr lvl="1"/>
            <a:r>
              <a:rPr kumimoji="1" lang="ja-JP" altLang="en-US" smtClean="0"/>
              <a:t>第 </a:t>
            </a:r>
            <a:r>
              <a:rPr kumimoji="1" lang="en-US" altLang="ja-JP" smtClean="0"/>
              <a:t>2 </a:t>
            </a:r>
            <a:r>
              <a:rPr kumimoji="1" lang="ja-JP" altLang="en-US" smtClean="0"/>
              <a:t>レベル</a:t>
            </a:r>
          </a:p>
          <a:p>
            <a:pPr lvl="2"/>
            <a:r>
              <a:rPr kumimoji="1" lang="ja-JP" altLang="en-US" smtClean="0"/>
              <a:t>第 </a:t>
            </a:r>
            <a:r>
              <a:rPr kumimoji="1" lang="en-US" altLang="ja-JP" smtClean="0"/>
              <a:t>3 </a:t>
            </a:r>
            <a:r>
              <a:rPr kumimoji="1" lang="ja-JP" altLang="en-US" smtClean="0"/>
              <a:t>レベル</a:t>
            </a:r>
          </a:p>
          <a:p>
            <a:pPr lvl="3"/>
            <a:r>
              <a:rPr kumimoji="1" lang="ja-JP" altLang="en-US" smtClean="0"/>
              <a:t>第 </a:t>
            </a:r>
            <a:r>
              <a:rPr kumimoji="1" lang="en-US" altLang="ja-JP" smtClean="0"/>
              <a:t>4 </a:t>
            </a:r>
            <a:r>
              <a:rPr kumimoji="1" lang="ja-JP" altLang="en-US" smtClean="0"/>
              <a:t>レベル</a:t>
            </a:r>
          </a:p>
          <a:p>
            <a:pPr lvl="4"/>
            <a:r>
              <a:rPr kumimoji="1" lang="ja-JP" altLang="en-US" smtClean="0"/>
              <a:t>第 </a:t>
            </a:r>
            <a:r>
              <a:rPr kumimoji="1" lang="en-US" altLang="ja-JP" smtClean="0"/>
              <a:t>5 </a:t>
            </a:r>
            <a:r>
              <a:rPr kumimoji="1" lang="ja-JP" altLang="en-US" smtClean="0"/>
              <a:t>レベル</a:t>
            </a:r>
            <a:endParaRPr kumimoji="1" lang="ja-JP" altLang="en-US"/>
          </a:p>
        </p:txBody>
      </p:sp>
      <p:sp>
        <p:nvSpPr>
          <p:cNvPr id="4" name="日付プレースホルダー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55C4F5B-54DC-405F-AB21-F9C0214118B6}" type="datetimeFigureOut">
              <a:rPr kumimoji="1" lang="ja-JP" altLang="en-US" smtClean="0"/>
              <a:t>2026/4/17</a:t>
            </a:fld>
            <a:endParaRPr kumimoji="1" lang="ja-JP" altLang="en-US"/>
          </a:p>
        </p:txBody>
      </p:sp>
      <p:sp>
        <p:nvSpPr>
          <p:cNvPr id="5" name="フッター プレースホルダー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スライド番号プレースホルダー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0BF5460-86E3-4B73-AB66-1D9198413ED8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317499803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プレースホルダー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kumimoji="1" lang="ja-JP" altLang="en-US" smtClean="0"/>
              <a:t>マスター タイトルの書式設定</a:t>
            </a:r>
            <a:endParaRPr kumimoji="1" lang="ja-JP" altLang="en-US"/>
          </a:p>
        </p:txBody>
      </p:sp>
      <p:sp>
        <p:nvSpPr>
          <p:cNvPr id="3" name="テキスト プレースホルダー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kumimoji="1" lang="ja-JP" altLang="en-US" smtClean="0"/>
              <a:t>マスター テキストの書式設定</a:t>
            </a:r>
          </a:p>
          <a:p>
            <a:pPr lvl="1"/>
            <a:r>
              <a:rPr kumimoji="1" lang="ja-JP" altLang="en-US" smtClean="0"/>
              <a:t>第 </a:t>
            </a:r>
            <a:r>
              <a:rPr kumimoji="1" lang="en-US" altLang="ja-JP" smtClean="0"/>
              <a:t>2 </a:t>
            </a:r>
            <a:r>
              <a:rPr kumimoji="1" lang="ja-JP" altLang="en-US" smtClean="0"/>
              <a:t>レベル</a:t>
            </a:r>
          </a:p>
          <a:p>
            <a:pPr lvl="2"/>
            <a:r>
              <a:rPr kumimoji="1" lang="ja-JP" altLang="en-US" smtClean="0"/>
              <a:t>第 </a:t>
            </a:r>
            <a:r>
              <a:rPr kumimoji="1" lang="en-US" altLang="ja-JP" smtClean="0"/>
              <a:t>3 </a:t>
            </a:r>
            <a:r>
              <a:rPr kumimoji="1" lang="ja-JP" altLang="en-US" smtClean="0"/>
              <a:t>レベル</a:t>
            </a:r>
          </a:p>
          <a:p>
            <a:pPr lvl="3"/>
            <a:r>
              <a:rPr kumimoji="1" lang="ja-JP" altLang="en-US" smtClean="0"/>
              <a:t>第 </a:t>
            </a:r>
            <a:r>
              <a:rPr kumimoji="1" lang="en-US" altLang="ja-JP" smtClean="0"/>
              <a:t>4 </a:t>
            </a:r>
            <a:r>
              <a:rPr kumimoji="1" lang="ja-JP" altLang="en-US" smtClean="0"/>
              <a:t>レベル</a:t>
            </a:r>
          </a:p>
          <a:p>
            <a:pPr lvl="4"/>
            <a:r>
              <a:rPr kumimoji="1" lang="ja-JP" altLang="en-US" smtClean="0"/>
              <a:t>第 </a:t>
            </a:r>
            <a:r>
              <a:rPr kumimoji="1" lang="en-US" altLang="ja-JP" smtClean="0"/>
              <a:t>5 </a:t>
            </a:r>
            <a:r>
              <a:rPr kumimoji="1" lang="ja-JP" altLang="en-US" smtClean="0"/>
              <a:t>レベル</a:t>
            </a:r>
            <a:endParaRPr kumimoji="1" lang="ja-JP" altLang="en-US"/>
          </a:p>
        </p:txBody>
      </p:sp>
      <p:sp>
        <p:nvSpPr>
          <p:cNvPr id="4" name="日付プレースホルダー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55C4F5B-54DC-405F-AB21-F9C0214118B6}" type="datetimeFigureOut">
              <a:rPr kumimoji="1" lang="ja-JP" altLang="en-US" smtClean="0"/>
              <a:t>2026/4/17</a:t>
            </a:fld>
            <a:endParaRPr kumimoji="1" lang="ja-JP" altLang="en-US"/>
          </a:p>
        </p:txBody>
      </p:sp>
      <p:sp>
        <p:nvSpPr>
          <p:cNvPr id="5" name="フッター プレースホルダー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kumimoji="1" lang="ja-JP" altLang="en-US"/>
          </a:p>
        </p:txBody>
      </p:sp>
      <p:sp>
        <p:nvSpPr>
          <p:cNvPr id="6" name="スライド番号プレースホルダー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D0BF5460-86E3-4B73-AB66-1D9198413ED8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189563585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kumimoji="1"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kumimoji="1"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ja-JP"/>
      </a:defPPr>
      <a:lvl1pPr marL="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テキスト ボックス 3"/>
          <p:cNvSpPr txBox="1"/>
          <p:nvPr/>
        </p:nvSpPr>
        <p:spPr>
          <a:xfrm>
            <a:off x="3499635" y="2676088"/>
            <a:ext cx="4875053" cy="92333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r"/>
            <a:r>
              <a:rPr kumimoji="1" lang="ja-JP" altLang="en-US" sz="5400" dirty="0" smtClean="0"/>
              <a:t>ドミノ倒し</a:t>
            </a:r>
            <a:r>
              <a:rPr kumimoji="1" lang="en-US" altLang="ja-JP" sz="5400" dirty="0" smtClean="0"/>
              <a:t>(</a:t>
            </a:r>
            <a:r>
              <a:rPr kumimoji="1" lang="ja-JP" altLang="en-US" sz="5400" dirty="0" smtClean="0"/>
              <a:t>仮</a:t>
            </a:r>
            <a:r>
              <a:rPr kumimoji="1" lang="en-US" altLang="ja-JP" sz="5400" dirty="0" smtClean="0"/>
              <a:t>)</a:t>
            </a:r>
            <a:endParaRPr kumimoji="1" lang="ja-JP" altLang="en-US" sz="5400" dirty="0"/>
          </a:p>
        </p:txBody>
      </p:sp>
    </p:spTree>
    <p:extLst>
      <p:ext uri="{BB962C8B-B14F-4D97-AF65-F5344CB8AC3E}">
        <p14:creationId xmlns:p14="http://schemas.microsoft.com/office/powerpoint/2010/main" val="1071558016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テキスト ボックス 1"/>
          <p:cNvSpPr txBox="1"/>
          <p:nvPr/>
        </p:nvSpPr>
        <p:spPr>
          <a:xfrm>
            <a:off x="2298583" y="2155971"/>
            <a:ext cx="5120312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ja-JP" altLang="en-US" sz="2800" dirty="0" smtClean="0"/>
              <a:t>・ジャンル：３</a:t>
            </a:r>
            <a:r>
              <a:rPr kumimoji="1" lang="en-US" altLang="ja-JP" sz="2800" dirty="0" smtClean="0"/>
              <a:t>D</a:t>
            </a:r>
            <a:r>
              <a:rPr lang="ja-JP" altLang="en-US" sz="2800" dirty="0"/>
              <a:t>ドミノ</a:t>
            </a:r>
            <a:r>
              <a:rPr kumimoji="1" lang="ja-JP" altLang="en-US" sz="2800" dirty="0" smtClean="0"/>
              <a:t>ゲーム</a:t>
            </a:r>
            <a:endParaRPr kumimoji="1" lang="ja-JP" altLang="en-US" sz="2800" dirty="0"/>
          </a:p>
        </p:txBody>
      </p:sp>
      <p:sp>
        <p:nvSpPr>
          <p:cNvPr id="3" name="テキスト ボックス 2"/>
          <p:cNvSpPr txBox="1"/>
          <p:nvPr/>
        </p:nvSpPr>
        <p:spPr>
          <a:xfrm>
            <a:off x="2298583" y="2877424"/>
            <a:ext cx="3209533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ja-JP" altLang="en-US" sz="2800" dirty="0" smtClean="0"/>
              <a:t>・開発環境：</a:t>
            </a:r>
            <a:r>
              <a:rPr kumimoji="1" lang="en-US" altLang="ja-JP" sz="2800" dirty="0" smtClean="0"/>
              <a:t>Unity</a:t>
            </a:r>
          </a:p>
        </p:txBody>
      </p:sp>
      <p:sp>
        <p:nvSpPr>
          <p:cNvPr id="7" name="テキスト ボックス 6"/>
          <p:cNvSpPr txBox="1"/>
          <p:nvPr/>
        </p:nvSpPr>
        <p:spPr>
          <a:xfrm>
            <a:off x="2298583" y="3598877"/>
            <a:ext cx="5699899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ja-JP" altLang="en-US" sz="2800" dirty="0" smtClean="0"/>
              <a:t>・操作方法：マウス</a:t>
            </a:r>
            <a:endParaRPr kumimoji="1" lang="en-US" altLang="ja-JP" sz="2800" dirty="0" smtClean="0"/>
          </a:p>
        </p:txBody>
      </p:sp>
    </p:spTree>
    <p:extLst>
      <p:ext uri="{BB962C8B-B14F-4D97-AF65-F5344CB8AC3E}">
        <p14:creationId xmlns:p14="http://schemas.microsoft.com/office/powerpoint/2010/main" val="2352768214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楕円 2"/>
          <p:cNvSpPr/>
          <p:nvPr/>
        </p:nvSpPr>
        <p:spPr>
          <a:xfrm>
            <a:off x="310393" y="5645791"/>
            <a:ext cx="3296873" cy="1052818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ja-JP" altLang="en-US" dirty="0" smtClean="0"/>
              <a:t>スタート</a:t>
            </a:r>
            <a:endParaRPr kumimoji="1" lang="ja-JP" altLang="en-US" dirty="0"/>
          </a:p>
        </p:txBody>
      </p:sp>
      <p:sp>
        <p:nvSpPr>
          <p:cNvPr id="12" name="楕円 11"/>
          <p:cNvSpPr/>
          <p:nvPr/>
        </p:nvSpPr>
        <p:spPr>
          <a:xfrm>
            <a:off x="8675615" y="76899"/>
            <a:ext cx="3296873" cy="1052818"/>
          </a:xfrm>
          <a:prstGeom prst="ellipse">
            <a:avLst/>
          </a:prstGeom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ja-JP" altLang="en-US" dirty="0" smtClean="0"/>
              <a:t>ゴール</a:t>
            </a:r>
            <a:endParaRPr kumimoji="1" lang="ja-JP" altLang="en-US" dirty="0"/>
          </a:p>
        </p:txBody>
      </p:sp>
      <p:cxnSp>
        <p:nvCxnSpPr>
          <p:cNvPr id="13" name="曲線コネクタ 12"/>
          <p:cNvCxnSpPr>
            <a:stCxn id="3" idx="6"/>
            <a:endCxn id="12" idx="2"/>
          </p:cNvCxnSpPr>
          <p:nvPr/>
        </p:nvCxnSpPr>
        <p:spPr>
          <a:xfrm flipV="1">
            <a:off x="3607266" y="603308"/>
            <a:ext cx="5068349" cy="5568892"/>
          </a:xfrm>
          <a:prstGeom prst="curvedConnector3">
            <a:avLst>
              <a:gd name="adj1" fmla="val 44703"/>
            </a:avLst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2" name="図 1" descr="&lt;strong&gt;Mouse&lt;/strong&gt; &lt;strong&gt;Cursor&lt;/strong&gt; PNG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938755" y="2555946"/>
            <a:ext cx="638213" cy="638213"/>
          </a:xfrm>
          <a:prstGeom prst="rect">
            <a:avLst/>
          </a:prstGeom>
        </p:spPr>
      </p:pic>
      <p:sp>
        <p:nvSpPr>
          <p:cNvPr id="4" name="テキスト ボックス 3"/>
          <p:cNvSpPr txBox="1"/>
          <p:nvPr/>
        </p:nvSpPr>
        <p:spPr>
          <a:xfrm>
            <a:off x="172545" y="418642"/>
            <a:ext cx="618630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ja-JP" altLang="en-US" dirty="0" smtClean="0"/>
              <a:t>スタートからカーソルをドラッグしてゴールまで一筆書き</a:t>
            </a:r>
            <a:endParaRPr kumimoji="1" lang="ja-JP" altLang="en-US" dirty="0"/>
          </a:p>
        </p:txBody>
      </p:sp>
      <p:sp>
        <p:nvSpPr>
          <p:cNvPr id="5" name="テキスト ボックス 4"/>
          <p:cNvSpPr txBox="1"/>
          <p:nvPr/>
        </p:nvSpPr>
        <p:spPr>
          <a:xfrm>
            <a:off x="172545" y="1017274"/>
            <a:ext cx="433965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ja-JP" altLang="en-US" dirty="0" smtClean="0"/>
              <a:t>ドラッグした部分にはドミノが置かれる</a:t>
            </a:r>
            <a:endParaRPr kumimoji="1" lang="ja-JP" altLang="en-US" dirty="0"/>
          </a:p>
        </p:txBody>
      </p:sp>
      <p:sp>
        <p:nvSpPr>
          <p:cNvPr id="6" name="テキスト ボックス 5"/>
          <p:cNvSpPr txBox="1"/>
          <p:nvPr/>
        </p:nvSpPr>
        <p:spPr>
          <a:xfrm>
            <a:off x="172545" y="1615906"/>
            <a:ext cx="503214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ja-JP" altLang="en-US" dirty="0" smtClean="0"/>
              <a:t>カーソルの速度によってドミノの間隔が変わる</a:t>
            </a:r>
            <a:endParaRPr kumimoji="1" lang="ja-JP" altLang="en-US" dirty="0"/>
          </a:p>
        </p:txBody>
      </p:sp>
      <p:sp>
        <p:nvSpPr>
          <p:cNvPr id="7" name="テキスト ボックス 6"/>
          <p:cNvSpPr txBox="1"/>
          <p:nvPr/>
        </p:nvSpPr>
        <p:spPr>
          <a:xfrm>
            <a:off x="172545" y="2214203"/>
            <a:ext cx="572464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ja-JP" altLang="en-US" dirty="0" smtClean="0"/>
              <a:t>時間制限内までにドミノがゴールまで倒れたらクリア</a:t>
            </a:r>
            <a:endParaRPr kumimoji="1" lang="ja-JP" altLang="en-US" dirty="0"/>
          </a:p>
        </p:txBody>
      </p:sp>
      <p:sp>
        <p:nvSpPr>
          <p:cNvPr id="8" name="テキスト ボックス 7"/>
          <p:cNvSpPr txBox="1"/>
          <p:nvPr/>
        </p:nvSpPr>
        <p:spPr>
          <a:xfrm>
            <a:off x="172545" y="2811606"/>
            <a:ext cx="480131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ja-JP" altLang="en-US" dirty="0" smtClean="0"/>
              <a:t>ドミノが倒れた数と残り時間でスコアが決定</a:t>
            </a:r>
            <a:endParaRPr kumimoji="1" lang="ja-JP" altLang="en-US" dirty="0"/>
          </a:p>
        </p:txBody>
      </p:sp>
    </p:spTree>
    <p:extLst>
      <p:ext uri="{BB962C8B-B14F-4D97-AF65-F5344CB8AC3E}">
        <p14:creationId xmlns:p14="http://schemas.microsoft.com/office/powerpoint/2010/main" val="3001109531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テキスト ボックス 1"/>
          <p:cNvSpPr txBox="1"/>
          <p:nvPr/>
        </p:nvSpPr>
        <p:spPr>
          <a:xfrm>
            <a:off x="427839" y="418642"/>
            <a:ext cx="387798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ja-JP" altLang="en-US" dirty="0" smtClean="0"/>
              <a:t>ステージによってはギミックを配置</a:t>
            </a:r>
            <a:endParaRPr kumimoji="1" lang="ja-JP" altLang="en-US" dirty="0"/>
          </a:p>
        </p:txBody>
      </p:sp>
      <p:sp>
        <p:nvSpPr>
          <p:cNvPr id="3" name="楕円 2"/>
          <p:cNvSpPr/>
          <p:nvPr/>
        </p:nvSpPr>
        <p:spPr>
          <a:xfrm>
            <a:off x="310393" y="5645791"/>
            <a:ext cx="3296873" cy="1052818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ja-JP" altLang="en-US" dirty="0" smtClean="0"/>
              <a:t>スタート</a:t>
            </a:r>
            <a:endParaRPr kumimoji="1" lang="ja-JP" altLang="en-US" dirty="0"/>
          </a:p>
        </p:txBody>
      </p:sp>
      <p:sp>
        <p:nvSpPr>
          <p:cNvPr id="4" name="楕円 3"/>
          <p:cNvSpPr/>
          <p:nvPr/>
        </p:nvSpPr>
        <p:spPr>
          <a:xfrm>
            <a:off x="8675615" y="76899"/>
            <a:ext cx="3296873" cy="1052818"/>
          </a:xfrm>
          <a:prstGeom prst="ellipse">
            <a:avLst/>
          </a:prstGeom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ja-JP" altLang="en-US" dirty="0" smtClean="0"/>
              <a:t>ゴール</a:t>
            </a:r>
            <a:endParaRPr kumimoji="1" lang="ja-JP" altLang="en-US" dirty="0"/>
          </a:p>
        </p:txBody>
      </p:sp>
      <p:pic>
        <p:nvPicPr>
          <p:cNvPr id="6" name="図 5" descr="&lt;strong&gt;Mouse&lt;/strong&gt; &lt;strong&gt;Cursor&lt;/strong&gt; PNG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041133" y="4309245"/>
            <a:ext cx="638213" cy="638213"/>
          </a:xfrm>
          <a:prstGeom prst="rect">
            <a:avLst/>
          </a:prstGeom>
        </p:spPr>
      </p:pic>
      <p:sp>
        <p:nvSpPr>
          <p:cNvPr id="7" name="正方形/長方形 6"/>
          <p:cNvSpPr/>
          <p:nvPr/>
        </p:nvSpPr>
        <p:spPr>
          <a:xfrm>
            <a:off x="5972962" y="3523376"/>
            <a:ext cx="2843867" cy="872455"/>
          </a:xfrm>
          <a:prstGeom prst="rect">
            <a:avLst/>
          </a:prstGeom>
          <a:solidFill>
            <a:srgbClr val="00B050"/>
          </a:solidFill>
          <a:ln>
            <a:solidFill>
              <a:srgbClr val="92D05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ja-JP" altLang="en-US" dirty="0" smtClean="0"/>
              <a:t>ギミック</a:t>
            </a:r>
            <a:endParaRPr kumimoji="1" lang="ja-JP" altLang="en-US" dirty="0"/>
          </a:p>
        </p:txBody>
      </p:sp>
      <p:cxnSp>
        <p:nvCxnSpPr>
          <p:cNvPr id="9" name="曲線コネクタ 8"/>
          <p:cNvCxnSpPr>
            <a:stCxn id="3" idx="6"/>
            <a:endCxn id="7" idx="1"/>
          </p:cNvCxnSpPr>
          <p:nvPr/>
        </p:nvCxnSpPr>
        <p:spPr>
          <a:xfrm flipV="1">
            <a:off x="3607266" y="3959604"/>
            <a:ext cx="2365696" cy="2212596"/>
          </a:xfrm>
          <a:prstGeom prst="curvedConnector3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" name="曲線コネクタ 10"/>
          <p:cNvCxnSpPr>
            <a:stCxn id="7" idx="3"/>
            <a:endCxn id="4" idx="4"/>
          </p:cNvCxnSpPr>
          <p:nvPr/>
        </p:nvCxnSpPr>
        <p:spPr>
          <a:xfrm flipV="1">
            <a:off x="8816829" y="1129717"/>
            <a:ext cx="1507223" cy="2829887"/>
          </a:xfrm>
          <a:prstGeom prst="curvedConnector2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2" name="テキスト ボックス 11"/>
          <p:cNvSpPr txBox="1"/>
          <p:nvPr/>
        </p:nvSpPr>
        <p:spPr>
          <a:xfrm>
            <a:off x="427839" y="976698"/>
            <a:ext cx="457048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ja-JP" altLang="en-US" dirty="0" smtClean="0"/>
              <a:t>ギミックを使うとスコアアップのチャンス</a:t>
            </a:r>
            <a:endParaRPr kumimoji="1" lang="ja-JP" altLang="en-US" dirty="0"/>
          </a:p>
        </p:txBody>
      </p:sp>
    </p:spTree>
    <p:extLst>
      <p:ext uri="{BB962C8B-B14F-4D97-AF65-F5344CB8AC3E}">
        <p14:creationId xmlns:p14="http://schemas.microsoft.com/office/powerpoint/2010/main" val="2693798684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テーマ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游ゴシック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游ゴシック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33</TotalTime>
  <Words>89</Words>
  <Application>Microsoft Office PowerPoint</Application>
  <PresentationFormat>ワイド画面</PresentationFormat>
  <Paragraphs>16</Paragraphs>
  <Slides>4</Slides>
  <Notes>0</Notes>
  <HiddenSlides>0</HiddenSlides>
  <MMClips>0</MMClips>
  <ScaleCrop>false</ScaleCrop>
  <HeadingPairs>
    <vt:vector size="6" baseType="variant">
      <vt:variant>
        <vt:lpstr>使用されているフォント</vt:lpstr>
      </vt:variant>
      <vt:variant>
        <vt:i4>3</vt:i4>
      </vt:variant>
      <vt:variant>
        <vt:lpstr>テーマ</vt:lpstr>
      </vt:variant>
      <vt:variant>
        <vt:i4>1</vt:i4>
      </vt:variant>
      <vt:variant>
        <vt:lpstr>スライド タイトル</vt:lpstr>
      </vt:variant>
      <vt:variant>
        <vt:i4>4</vt:i4>
      </vt:variant>
    </vt:vector>
  </HeadingPairs>
  <TitlesOfParts>
    <vt:vector size="8" baseType="lpstr">
      <vt:lpstr>游ゴシック</vt:lpstr>
      <vt:lpstr>游ゴシック Light</vt:lpstr>
      <vt:lpstr>Arial</vt:lpstr>
      <vt:lpstr>Office テーマ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プレゼンテーション</dc:title>
  <dc:creator>GA3</dc:creator>
  <cp:lastModifiedBy>GA3</cp:lastModifiedBy>
  <cp:revision>5</cp:revision>
  <dcterms:created xsi:type="dcterms:W3CDTF">2026-04-17T01:32:53Z</dcterms:created>
  <dcterms:modified xsi:type="dcterms:W3CDTF">2026-04-17T02:48:48Z</dcterms:modified>
</cp:coreProperties>
</file>